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456" r:id="rId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7" autoAdjust="0"/>
  </p:normalViewPr>
  <p:slideViewPr>
    <p:cSldViewPr>
      <p:cViewPr varScale="1">
        <p:scale>
          <a:sx n="109" d="100"/>
          <a:sy n="109" d="100"/>
        </p:scale>
        <p:origin x="100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F24C8-8586-45AC-B95D-0AA261F72EA7}" type="datetimeFigureOut">
              <a:rPr lang="en-GB" smtClean="0"/>
              <a:t>28/04/2025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E7514-4B2C-4C2A-8095-19DC27A88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6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3529" y="2833616"/>
            <a:ext cx="6352540" cy="1545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3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5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10" y="2186686"/>
            <a:ext cx="8348980" cy="345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838200"/>
            <a:ext cx="8153400" cy="3749103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595"/>
              </a:spcBef>
            </a:pPr>
            <a:r>
              <a:rPr lang="en-US" sz="6000" dirty="0"/>
              <a:t>Operating Systems</a:t>
            </a:r>
            <a:br>
              <a:rPr lang="en-US" sz="6000" dirty="0"/>
            </a:br>
            <a:r>
              <a:rPr lang="en-US" sz="6000" dirty="0"/>
              <a:t>Week 11 Lecture/Discussion 11</a:t>
            </a:r>
            <a:br>
              <a:rPr lang="en-US" sz="6000" dirty="0"/>
            </a:br>
            <a:r>
              <a:rPr lang="en-US" sz="2400" dirty="0"/>
              <a:t>Junaid Abdul Wahid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sz="1800" dirty="0" err="1">
                <a:solidFill>
                  <a:srgbClr val="FFFFFF"/>
                </a:solidFill>
              </a:rPr>
              <a:t>cture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0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-</a:t>
            </a:r>
            <a:r>
              <a:rPr sz="1800" spc="-3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Introduction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/>
          </p:cNvSpPr>
          <p:nvPr>
            <p:ph idx="1"/>
          </p:nvPr>
        </p:nvSpPr>
        <p:spPr>
          <a:xfrm>
            <a:off x="914400" y="1447800"/>
            <a:ext cx="8497303" cy="949812"/>
          </a:xfrm>
        </p:spPr>
        <p:txBody>
          <a:bodyPr vert="horz" wrap="square" lIns="90236" tIns="45117" rIns="90236" bIns="45117" anchor="t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Virtual Memory activity using books and desk (RAM)</a:t>
            </a: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dirty="0"/>
          </a:p>
        </p:txBody>
      </p:sp>
      <p:sp>
        <p:nvSpPr>
          <p:cNvPr id="10246" name="Rectangle 6"/>
          <p:cNvSpPr>
            <a:spLocks noGrp="1"/>
          </p:cNvSpPr>
          <p:nvPr>
            <p:ph type="title"/>
          </p:nvPr>
        </p:nvSpPr>
        <p:spPr>
          <a:xfrm>
            <a:off x="838200" y="602675"/>
            <a:ext cx="3733800" cy="583558"/>
          </a:xfrm>
        </p:spPr>
        <p:txBody>
          <a:bodyPr vert="horz" wrap="square" lIns="90236" tIns="45117" rIns="90236" bIns="45117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Activity 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30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Times New Roman</vt:lpstr>
      <vt:lpstr>Trebuchet MS</vt:lpstr>
      <vt:lpstr>Wingdings</vt:lpstr>
      <vt:lpstr>Office Theme</vt:lpstr>
      <vt:lpstr>Operating Systems Week 11 Lecture/Discussion 11 Junaid Abdul Wahid cture 0 - Introduction</vt:lpstr>
      <vt:lpstr>Activity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Engineering</dc:title>
  <dc:creator>Wanru Gao</dc:creator>
  <cp:lastModifiedBy>Junaid Abdul Wahid</cp:lastModifiedBy>
  <cp:revision>144</cp:revision>
  <dcterms:created xsi:type="dcterms:W3CDTF">2025-02-16T03:39:39Z</dcterms:created>
  <dcterms:modified xsi:type="dcterms:W3CDTF">2025-04-28T12:40:20Z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2025-02-16T00:00:00Z</vt:filetime>
  </property>
  <property fmtid="{D5CDD505-2E9C-101B-9397-08002B2CF9AE}" pid="5" name="Producer">
    <vt:lpwstr>Microsoft® PowerPoint® 2019</vt:lpwstr>
  </property>
</Properties>
</file>