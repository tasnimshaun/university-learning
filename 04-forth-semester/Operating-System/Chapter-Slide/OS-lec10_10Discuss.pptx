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456" r:id="rId3"/>
    <p:sldId id="457" r:id="rId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17" autoAdjust="0"/>
  </p:normalViewPr>
  <p:slideViewPr>
    <p:cSldViewPr>
      <p:cViewPr varScale="1">
        <p:scale>
          <a:sx n="109" d="100"/>
          <a:sy n="109" d="100"/>
        </p:scale>
        <p:origin x="100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3F24C8-8586-45AC-B95D-0AA261F72EA7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E7514-4B2C-4C2A-8095-19DC27A88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66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7999"/>
                </a:lnTo>
                <a:lnTo>
                  <a:pt x="2587665" y="6857999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0748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2343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43529" y="2833616"/>
            <a:ext cx="6352540" cy="1545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7999"/>
                </a:lnTo>
                <a:lnTo>
                  <a:pt x="2587665" y="6857999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3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8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3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310" y="629158"/>
            <a:ext cx="4613910" cy="5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310" y="2186686"/>
            <a:ext cx="8348980" cy="3455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219200" y="838200"/>
            <a:ext cx="8153400" cy="3749103"/>
          </a:xfrm>
          <a:prstGeom prst="rect">
            <a:avLst/>
          </a:prstGeom>
        </p:spPr>
        <p:txBody>
          <a:bodyPr vert="horz" wrap="square" lIns="0" tIns="3295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595"/>
              </a:spcBef>
            </a:pPr>
            <a:r>
              <a:rPr lang="en-US" sz="6000" dirty="0"/>
              <a:t>Operating Systems</a:t>
            </a:r>
            <a:br>
              <a:rPr lang="en-US" sz="6000" dirty="0"/>
            </a:br>
            <a:r>
              <a:rPr lang="en-US" sz="6000" dirty="0"/>
              <a:t>Week 10 Lecture/Discussion 10</a:t>
            </a:r>
            <a:br>
              <a:rPr lang="en-US" sz="6000" dirty="0"/>
            </a:br>
            <a:r>
              <a:rPr lang="en-US" sz="2400" dirty="0"/>
              <a:t>Junaid Abdul Wahid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sz="1800" dirty="0" err="1">
                <a:solidFill>
                  <a:srgbClr val="FFFFFF"/>
                </a:solidFill>
              </a:rPr>
              <a:t>cture</a:t>
            </a:r>
            <a:r>
              <a:rPr sz="1800" spc="-2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0</a:t>
            </a:r>
            <a:r>
              <a:rPr sz="1800" spc="-4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-</a:t>
            </a:r>
            <a:r>
              <a:rPr sz="1800" spc="-35" dirty="0">
                <a:solidFill>
                  <a:srgbClr val="FFFFFF"/>
                </a:solidFill>
              </a:rPr>
              <a:t> </a:t>
            </a:r>
            <a:r>
              <a:rPr sz="1800" spc="-10" dirty="0">
                <a:solidFill>
                  <a:srgbClr val="FFFFFF"/>
                </a:solidFill>
              </a:rPr>
              <a:t>Introduction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/>
          </p:cNvSpPr>
          <p:nvPr>
            <p:ph idx="1"/>
          </p:nvPr>
        </p:nvSpPr>
        <p:spPr>
          <a:xfrm>
            <a:off x="914400" y="1447800"/>
            <a:ext cx="8497303" cy="1282210"/>
          </a:xfrm>
        </p:spPr>
        <p:txBody>
          <a:bodyPr vert="horz" wrap="square" lIns="90236" tIns="45117" rIns="90236" bIns="45117" anchor="t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742950" lvl="1" indent="-285750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Memory Management </a:t>
            </a:r>
          </a:p>
          <a:p>
            <a:pPr marL="742950" lvl="1" indent="-285750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404040"/>
                </a:solidFill>
                <a:latin typeface="Trebuchet MS"/>
              </a:rPr>
              <a:t>Contiguous Allocation</a:t>
            </a:r>
            <a:endParaRPr lang="en-US" altLang="zh-CN" sz="2000" dirty="0">
              <a:solidFill>
                <a:srgbClr val="404040"/>
              </a:solidFill>
              <a:latin typeface="Trebuchet MS"/>
            </a:endParaRPr>
          </a:p>
          <a:p>
            <a:pPr lvl="1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</a:pPr>
            <a:endParaRPr lang="en-US" altLang="zh-CN" dirty="0"/>
          </a:p>
        </p:txBody>
      </p:sp>
      <p:sp>
        <p:nvSpPr>
          <p:cNvPr id="10246" name="Rectangle 6"/>
          <p:cNvSpPr>
            <a:spLocks noGrp="1"/>
          </p:cNvSpPr>
          <p:nvPr>
            <p:ph type="title"/>
          </p:nvPr>
        </p:nvSpPr>
        <p:spPr>
          <a:xfrm>
            <a:off x="838200" y="602675"/>
            <a:ext cx="3733800" cy="583558"/>
          </a:xfrm>
        </p:spPr>
        <p:txBody>
          <a:bodyPr vert="horz" wrap="square" lIns="90236" tIns="45117" rIns="90236" bIns="45117" anchor="b"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chemeClr val="hlink"/>
                </a:solidFill>
                <a:ea typeface="+mn-ea"/>
                <a:sym typeface="+mn-ea"/>
              </a:rPr>
              <a:t>Previous </a:t>
            </a:r>
            <a:endParaRPr lang="en-US" altLang="zh-CN" sz="3200" b="1" dirty="0">
              <a:solidFill>
                <a:schemeClr val="hlink"/>
              </a:solidFill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036D288-E138-414E-9E47-BF1DDE6761E2}"/>
              </a:ext>
            </a:extLst>
          </p:cNvPr>
          <p:cNvSpPr txBox="1">
            <a:spLocks/>
          </p:cNvSpPr>
          <p:nvPr/>
        </p:nvSpPr>
        <p:spPr>
          <a:xfrm>
            <a:off x="381000" y="685800"/>
            <a:ext cx="6629400" cy="583558"/>
          </a:xfrm>
          <a:prstGeom prst="rect">
            <a:avLst/>
          </a:prstGeom>
        </p:spPr>
        <p:txBody>
          <a:bodyPr vert="horz" wrap="square" lIns="90236" tIns="45117" rIns="90236" bIns="45117" anchor="b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altLang="zh-CN" sz="3200" b="1" dirty="0">
                <a:solidFill>
                  <a:schemeClr val="hlink"/>
                </a:solidFill>
                <a:ea typeface="+mn-ea"/>
                <a:sym typeface="+mn-ea"/>
              </a:rPr>
              <a:t>Today activity Discussion </a:t>
            </a:r>
            <a:endParaRPr lang="en-US" altLang="zh-CN" sz="3200" b="1" dirty="0">
              <a:solidFill>
                <a:schemeClr val="hlink"/>
              </a:solidFill>
              <a:ea typeface="+mn-ea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A1288C-1186-4F7F-AF82-BA874AA40ED1}"/>
              </a:ext>
            </a:extLst>
          </p:cNvPr>
          <p:cNvSpPr txBox="1">
            <a:spLocks/>
          </p:cNvSpPr>
          <p:nvPr/>
        </p:nvSpPr>
        <p:spPr>
          <a:xfrm>
            <a:off x="457200" y="1269358"/>
            <a:ext cx="8915400" cy="3849067"/>
          </a:xfrm>
          <a:prstGeom prst="rect">
            <a:avLst/>
          </a:prstGeom>
        </p:spPr>
        <p:txBody>
          <a:bodyPr vert="horz" wrap="square" lIns="90236" tIns="45117" rIns="90236" bIns="45117" anchor="t">
            <a:spAutoFit/>
          </a:bodyPr>
          <a:lstStyle>
            <a:lvl1pPr marL="0">
              <a:defRPr sz="2000" b="0" i="0">
                <a:solidFill>
                  <a:srgbClr val="40404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20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404040"/>
                </a:solidFill>
                <a:latin typeface="Trebuchet MS"/>
              </a:rPr>
              <a:t>Logical vs Physical Address Space </a:t>
            </a:r>
          </a:p>
          <a:p>
            <a:pPr marL="742950" lvl="1" indent="-285750">
              <a:lnSpc>
                <a:spcPct val="20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en-US" sz="2400" b="1" i="1" dirty="0">
                <a:solidFill>
                  <a:srgbClr val="404040"/>
                </a:solidFill>
                <a:latin typeface="Trebuchet MS"/>
                <a:sym typeface="Symbol" panose="05050102010706020507" pitchFamily="18" charset="2"/>
              </a:rPr>
              <a:t> Check your internet resources </a:t>
            </a:r>
            <a:r>
              <a:rPr lang="en-US" altLang="en-US" sz="2400" b="1" i="1">
                <a:solidFill>
                  <a:srgbClr val="404040"/>
                </a:solidFill>
                <a:latin typeface="Trebuchet MS"/>
                <a:sym typeface="Symbol" panose="05050102010706020507" pitchFamily="18" charset="2"/>
              </a:rPr>
              <a:t>or any</a:t>
            </a:r>
            <a:endParaRPr lang="en-US" altLang="en-US" sz="2400" b="1" i="1" dirty="0">
              <a:solidFill>
                <a:srgbClr val="404040"/>
              </a:solidFill>
              <a:latin typeface="Trebuchet MS"/>
              <a:sym typeface="Symbol" panose="05050102010706020507" pitchFamily="18" charset="2"/>
            </a:endParaRPr>
          </a:p>
          <a:p>
            <a:pPr marL="742950" lvl="1" indent="-285750">
              <a:lnSpc>
                <a:spcPct val="20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en-US" sz="2400" b="1" i="1" dirty="0">
                <a:solidFill>
                  <a:srgbClr val="404040"/>
                </a:solidFill>
                <a:latin typeface="Trebuchet MS"/>
                <a:sym typeface="Symbol" panose="05050102010706020507" pitchFamily="18" charset="2"/>
              </a:rPr>
              <a:t>Draw a Comparison between these two addresses in a table and with diagrams on the basis of examples.</a:t>
            </a:r>
            <a:endParaRPr lang="en-US" altLang="en-US" b="1" i="1" dirty="0">
              <a:sym typeface="Symbol" panose="05050102010706020507" pitchFamily="18" charset="2"/>
            </a:endParaRPr>
          </a:p>
          <a:p>
            <a:pPr lvl="3">
              <a:buFontTx/>
              <a:buNone/>
            </a:pPr>
            <a:endParaRPr lang="en-US" altLang="en-US" b="1" i="1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Clr>
                <a:schemeClr val="accent3">
                  <a:lumMod val="75000"/>
                </a:schemeClr>
              </a:buClr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7364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9C93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1807</TotalTime>
  <Words>59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Times New Roman</vt:lpstr>
      <vt:lpstr>Trebuchet MS</vt:lpstr>
      <vt:lpstr>Wingdings</vt:lpstr>
      <vt:lpstr>Office Theme</vt:lpstr>
      <vt:lpstr>Operating Systems Week 10 Lecture/Discussion 10 Junaid Abdul Wahid cture 0 - Introduction</vt:lpstr>
      <vt:lpstr>Previous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Requirements Engineering</dc:title>
  <dc:creator>Wanru Gao</dc:creator>
  <cp:lastModifiedBy>Junaid Abdul Wahid</cp:lastModifiedBy>
  <cp:revision>142</cp:revision>
  <dcterms:created xsi:type="dcterms:W3CDTF">2025-02-16T03:39:39Z</dcterms:created>
  <dcterms:modified xsi:type="dcterms:W3CDTF">2025-04-24T07:58:27Z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2025-02-16T00:00:00Z</vt:filetime>
  </property>
  <property fmtid="{D5CDD505-2E9C-101B-9397-08002B2CF9AE}" pid="5" name="Producer">
    <vt:lpwstr>Microsoft® PowerPoint® 2019</vt:lpwstr>
  </property>
</Properties>
</file>