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371" r:id="rId2"/>
    <p:sldId id="698" r:id="rId3"/>
    <p:sldId id="703" r:id="rId4"/>
    <p:sldId id="695" r:id="rId5"/>
    <p:sldId id="699" r:id="rId6"/>
    <p:sldId id="700" r:id="rId7"/>
    <p:sldId id="701" r:id="rId8"/>
    <p:sldId id="70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FF"/>
    <a:srgbClr val="0000FF"/>
    <a:srgbClr val="FFFFFF"/>
    <a:srgbClr val="2C70AE"/>
    <a:srgbClr val="31859C"/>
    <a:srgbClr val="AFCEEB"/>
    <a:srgbClr val="A6D86E"/>
    <a:srgbClr val="843C0C"/>
    <a:srgbClr val="BCE292"/>
    <a:srgbClr val="9AD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781" autoAdjust="0"/>
  </p:normalViewPr>
  <p:slideViewPr>
    <p:cSldViewPr snapToGrid="0">
      <p:cViewPr varScale="1">
        <p:scale>
          <a:sx n="82" d="100"/>
          <a:sy n="82" d="100"/>
        </p:scale>
        <p:origin x="894" y="96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46841-2416-4D63-BC3A-278837BBF96A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E2158-9A7B-430B-A2F7-5F08DEBD3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38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E2158-9A7B-430B-A2F7-5F08DEBD3B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53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E2158-9A7B-430B-A2F7-5F08DEBD3B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09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E2158-9A7B-430B-A2F7-5F08DEBD3B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2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E2158-9A7B-430B-A2F7-5F08DEBD3B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9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E2158-9A7B-430B-A2F7-5F08DEBD3B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88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E2158-9A7B-430B-A2F7-5F08DEBD3B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73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E2158-9A7B-430B-A2F7-5F08DEBD3B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13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CE87-E22E-4200-9F96-177C3B71832B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2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F428E-8979-4F7E-BAF1-44DCF78C4EFA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0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92AB-27CB-4248-83A3-09C1513F6EF0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1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86A4-39BB-4E4B-AEEF-D4B42FD30DC4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8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F9A5-31D5-4038-A311-E60D4C7BFEEA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58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02F61-CB47-4671-94D2-58CA4691A074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3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6CF98-8D85-4ADA-A997-2782B22AA82A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2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0A153-ECD6-4DE9-A061-8A305210141B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7002-8B3C-4388-97AA-0AC1BCED5EA8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7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317C-AA07-41FF-9544-07BE7C8C9377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4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EC83-D18F-4CEE-B40C-6A8ED5812400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99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E3A53-E0D5-4A00-A76B-CA075E3242FE}" type="datetime1">
              <a:rPr lang="en-US" altLang="zh-CN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4371B-4D71-4824-8F3F-1CC5D8DC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1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Imran.Nadeem@outlook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69915" y="1012689"/>
            <a:ext cx="10652167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Embedded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2654" y="4326966"/>
            <a:ext cx="6746691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Muhammad Imran Nadeem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2654" y="1863001"/>
            <a:ext cx="63054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244066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3727" y="5393427"/>
            <a:ext cx="6044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Zhengzhou University</a:t>
            </a:r>
          </a:p>
          <a:p>
            <a:pPr algn="ctr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49" y="242206"/>
            <a:ext cx="1355465" cy="12194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FCB6D8-6ADC-0BF1-C690-A058CBC42F6C}"/>
              </a:ext>
            </a:extLst>
          </p:cNvPr>
          <p:cNvSpPr txBox="1"/>
          <p:nvPr/>
        </p:nvSpPr>
        <p:spPr>
          <a:xfrm>
            <a:off x="3302433" y="3228945"/>
            <a:ext cx="5587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</a:t>
            </a:r>
            <a:r>
              <a:rPr lang="en-US" altLang="zh-CN" sz="20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EF2248-A9A8-7888-AD77-A861F90B1592}"/>
              </a:ext>
            </a:extLst>
          </p:cNvPr>
          <p:cNvSpPr/>
          <p:nvPr/>
        </p:nvSpPr>
        <p:spPr>
          <a:xfrm>
            <a:off x="3881962" y="3429000"/>
            <a:ext cx="4428071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 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IO ports of STM32</a:t>
            </a:r>
            <a:endParaRPr lang="zh-CN" altLang="en-US" sz="2800" dirty="0">
              <a:latin typeface="Tahoma" panose="020B0604030504040204" pitchFamily="34" charset="0"/>
              <a:ea typeface="黑体" panose="02010609060101010101" pitchFamily="49" charset="-122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156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76336" y="914400"/>
            <a:ext cx="11544300" cy="104775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28500">
                <a:srgbClr val="C77179"/>
              </a:gs>
              <a:gs pos="56000">
                <a:srgbClr val="CBA9B6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4768" y="1615335"/>
            <a:ext cx="1100797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Complete every task in the lab practice session.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each task, include a 2–5 line description along with a screenshot of both your code and its output.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Submit your lab report by email to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Imran.Nadeem@outlook.com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using the subject line format: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ES24-[lab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number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]-[registration number]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Submissions received after the deadline will not be accepted. </a:t>
            </a:r>
          </a:p>
        </p:txBody>
      </p:sp>
    </p:spTree>
    <p:extLst>
      <p:ext uri="{BB962C8B-B14F-4D97-AF65-F5344CB8AC3E}">
        <p14:creationId xmlns:p14="http://schemas.microsoft.com/office/powerpoint/2010/main" val="263170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76336" y="914400"/>
            <a:ext cx="11544300" cy="104775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28500">
                <a:srgbClr val="C77179"/>
              </a:gs>
              <a:gs pos="56000">
                <a:srgbClr val="CBA9B6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A9571A0-0D81-3650-97BC-931DD1D4B5E8}"/>
              </a:ext>
            </a:extLst>
          </p:cNvPr>
          <p:cNvSpPr/>
          <p:nvPr/>
        </p:nvSpPr>
        <p:spPr>
          <a:xfrm>
            <a:off x="371364" y="452735"/>
            <a:ext cx="1643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FF9AF4-BAAE-D899-298E-7CE1907BB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763" y="1439694"/>
            <a:ext cx="9610926" cy="443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 of Learning Outcomes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completing these simulated labs, you will: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and monitor GPIO registers (MODER, IDR, ODR, PUPDR).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Visualize GPIO operations without hardware.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 digital input/output logic and timing.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 bit manipulation and register-level coding skills.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Gain debugging experience using Keil’s Watch &amp; Peripheral views.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20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76336" y="914400"/>
            <a:ext cx="11544300" cy="104775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28500">
                <a:srgbClr val="C77179"/>
              </a:gs>
              <a:gs pos="56000">
                <a:srgbClr val="CBA9B6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A9571A0-0D81-3650-97BC-931DD1D4B5E8}"/>
              </a:ext>
            </a:extLst>
          </p:cNvPr>
          <p:cNvSpPr/>
          <p:nvPr/>
        </p:nvSpPr>
        <p:spPr>
          <a:xfrm>
            <a:off x="371364" y="452735"/>
            <a:ext cx="39839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1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LED Blinking Using ODR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AE91F-2614-6410-D2CA-3F1534C64639}"/>
              </a:ext>
            </a:extLst>
          </p:cNvPr>
          <p:cNvSpPr txBox="1"/>
          <p:nvPr/>
        </p:nvSpPr>
        <p:spPr>
          <a:xfrm>
            <a:off x="789653" y="1289802"/>
            <a:ext cx="10036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 to configure GPIO pins as output and toggle them through the Output Data Register.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766ADF-C5B8-7B74-AEE1-DC50A41AC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53" y="1929761"/>
            <a:ext cx="10457234" cy="3775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new STM32 project.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the GPIOC clock and configure PC13 as output (MODER = 01).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loop to toggle GPIOC-&gt;ODR ^= (1 &lt;&lt; 13);.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Insert delay using a for-loop.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 in Debug mode → open View → Peripherals → GPIO → GPIOC.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Observe ODR[13] toggling between 0 and 1.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2AF8D-EEBC-B6F9-62D9-666591D72E7E}"/>
              </a:ext>
            </a:extLst>
          </p:cNvPr>
          <p:cNvSpPr txBox="1"/>
          <p:nvPr/>
        </p:nvSpPr>
        <p:spPr>
          <a:xfrm>
            <a:off x="654185" y="5329450"/>
            <a:ext cx="10171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ODR bit 13 toggles periodically — simulating LED ON/OFF.</a:t>
            </a:r>
          </a:p>
        </p:txBody>
      </p:sp>
    </p:spTree>
    <p:extLst>
      <p:ext uri="{BB962C8B-B14F-4D97-AF65-F5344CB8AC3E}">
        <p14:creationId xmlns:p14="http://schemas.microsoft.com/office/powerpoint/2010/main" val="220027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76336" y="914400"/>
            <a:ext cx="11544300" cy="104775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28500">
                <a:srgbClr val="C77179"/>
              </a:gs>
              <a:gs pos="56000">
                <a:srgbClr val="CBA9B6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A9571A0-0D81-3650-97BC-931DD1D4B5E8}"/>
              </a:ext>
            </a:extLst>
          </p:cNvPr>
          <p:cNvSpPr/>
          <p:nvPr/>
        </p:nvSpPr>
        <p:spPr>
          <a:xfrm>
            <a:off x="371364" y="452735"/>
            <a:ext cx="53978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2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Flowing LED Pattern (Running Light)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AE91F-2614-6410-D2CA-3F1534C64639}"/>
              </a:ext>
            </a:extLst>
          </p:cNvPr>
          <p:cNvSpPr txBox="1"/>
          <p:nvPr/>
        </p:nvSpPr>
        <p:spPr>
          <a:xfrm>
            <a:off x="789653" y="1289802"/>
            <a:ext cx="10036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simulate a running LED pattern using multiple GPIO pins through ODR bit shifting.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766ADF-C5B8-7B74-AEE1-DC50A41AC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53" y="1782276"/>
            <a:ext cx="10457234" cy="128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pins PC0–PC3 as output.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loop: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6580D-E87E-F430-46F7-92E6CEDFD512}"/>
              </a:ext>
            </a:extLst>
          </p:cNvPr>
          <p:cNvSpPr txBox="1"/>
          <p:nvPr/>
        </p:nvSpPr>
        <p:spPr>
          <a:xfrm>
            <a:off x="789653" y="5632634"/>
            <a:ext cx="9706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Binary value in ODR shifts left each time — representing a running light pattern.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C179B1-C4F6-4492-1F1D-0D634E040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290" y="2795499"/>
            <a:ext cx="3677163" cy="1267002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D48058B8-B454-9B89-75C8-1D3FC031C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30" y="4095541"/>
            <a:ext cx="8657617" cy="128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 Add Watch Window → GPIOC-&gt;ODR.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 Run simulation → observe ODR values change: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0001 → 0010 → 0100 → 1000 → repeat.</a:t>
            </a:r>
          </a:p>
        </p:txBody>
      </p:sp>
    </p:spTree>
    <p:extLst>
      <p:ext uri="{BB962C8B-B14F-4D97-AF65-F5344CB8AC3E}">
        <p14:creationId xmlns:p14="http://schemas.microsoft.com/office/powerpoint/2010/main" val="565328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76336" y="914400"/>
            <a:ext cx="11544300" cy="104775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28500">
                <a:srgbClr val="C77179"/>
              </a:gs>
              <a:gs pos="56000">
                <a:srgbClr val="CBA9B6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A9571A0-0D81-3650-97BC-931DD1D4B5E8}"/>
              </a:ext>
            </a:extLst>
          </p:cNvPr>
          <p:cNvSpPr/>
          <p:nvPr/>
        </p:nvSpPr>
        <p:spPr>
          <a:xfrm>
            <a:off x="371364" y="452735"/>
            <a:ext cx="6546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3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Button-Controlled LED (Input Mode Simulation)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AE91F-2614-6410-D2CA-3F1534C64639}"/>
              </a:ext>
            </a:extLst>
          </p:cNvPr>
          <p:cNvSpPr txBox="1"/>
          <p:nvPr/>
        </p:nvSpPr>
        <p:spPr>
          <a:xfrm>
            <a:off x="629237" y="1231762"/>
            <a:ext cx="10778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simulate reading an input pin (button) and controlling an output (LED) using IDR and ODR registers.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766ADF-C5B8-7B74-AEE1-DC50A41AC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04" y="1710290"/>
            <a:ext cx="10457234" cy="866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PA0 as input and PC13 as output.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917AE-BA80-57C8-A104-9DE7AC557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891" y="2644462"/>
            <a:ext cx="4782217" cy="134321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351DEA5-F710-2CF1-D995-761272830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439" y="3884764"/>
            <a:ext cx="9727660" cy="128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 In Debug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 → open GPIOA peripheral window.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 Manually toggle IDR[0] to simulate button press (0→1).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 Observe ODR[13] change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accordingly.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68D76-4C2B-B0E3-49DD-600FA4068668}"/>
              </a:ext>
            </a:extLst>
          </p:cNvPr>
          <p:cNvSpPr txBox="1"/>
          <p:nvPr/>
        </p:nvSpPr>
        <p:spPr>
          <a:xfrm>
            <a:off x="702104" y="5423570"/>
            <a:ext cx="10329062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IDR[0] = 1 → ODR[13] = 1 (LED ON).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When IDR[0] = 0 → ODR[13] = 0 (LED OFF).</a:t>
            </a:r>
          </a:p>
        </p:txBody>
      </p:sp>
    </p:spTree>
    <p:extLst>
      <p:ext uri="{BB962C8B-B14F-4D97-AF65-F5344CB8AC3E}">
        <p14:creationId xmlns:p14="http://schemas.microsoft.com/office/powerpoint/2010/main" val="1325026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76336" y="914400"/>
            <a:ext cx="11544300" cy="104775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28500">
                <a:srgbClr val="C77179"/>
              </a:gs>
              <a:gs pos="56000">
                <a:srgbClr val="CBA9B6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A9571A0-0D81-3650-97BC-931DD1D4B5E8}"/>
              </a:ext>
            </a:extLst>
          </p:cNvPr>
          <p:cNvSpPr/>
          <p:nvPr/>
        </p:nvSpPr>
        <p:spPr>
          <a:xfrm>
            <a:off x="371364" y="452735"/>
            <a:ext cx="76485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4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Software Traffic Light Controller (State Logic Simulation)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AE91F-2614-6410-D2CA-3F1534C64639}"/>
              </a:ext>
            </a:extLst>
          </p:cNvPr>
          <p:cNvSpPr txBox="1"/>
          <p:nvPr/>
        </p:nvSpPr>
        <p:spPr>
          <a:xfrm>
            <a:off x="789653" y="1289802"/>
            <a:ext cx="10036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simulate a simple traffic light sequence using software delays and GPIO outputs.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766ADF-C5B8-7B74-AEE1-DC50A41AC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53" y="1803014"/>
            <a:ext cx="10457234" cy="2944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Assign:PC0 → Red, PC1 → Yellow, PC2 → Green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main loop: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Observe ODR values in Watch Window.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Verify the pattern repeats in the sequence (Red → Yellow → Green).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E831AB-6BA9-4A82-5E09-110B14F39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405" y="2872360"/>
            <a:ext cx="4887007" cy="1000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A7E419-FF33-8C7E-72BB-1E601EA929A1}"/>
              </a:ext>
            </a:extLst>
          </p:cNvPr>
          <p:cNvSpPr txBox="1"/>
          <p:nvPr/>
        </p:nvSpPr>
        <p:spPr>
          <a:xfrm>
            <a:off x="789653" y="5383532"/>
            <a:ext cx="7390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ODR values change as 0001 → 0010 → 0100 cyclically.</a:t>
            </a:r>
          </a:p>
        </p:txBody>
      </p:sp>
    </p:spTree>
    <p:extLst>
      <p:ext uri="{BB962C8B-B14F-4D97-AF65-F5344CB8AC3E}">
        <p14:creationId xmlns:p14="http://schemas.microsoft.com/office/powerpoint/2010/main" val="115037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76336" y="914400"/>
            <a:ext cx="11544300" cy="104775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28500">
                <a:srgbClr val="C77179"/>
              </a:gs>
              <a:gs pos="56000">
                <a:srgbClr val="CBA9B6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A9571A0-0D81-3650-97BC-931DD1D4B5E8}"/>
              </a:ext>
            </a:extLst>
          </p:cNvPr>
          <p:cNvSpPr/>
          <p:nvPr/>
        </p:nvSpPr>
        <p:spPr>
          <a:xfrm>
            <a:off x="371364" y="452735"/>
            <a:ext cx="52645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5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Edge Detection (Polling Simulation)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AE91F-2614-6410-D2CA-3F1534C64639}"/>
              </a:ext>
            </a:extLst>
          </p:cNvPr>
          <p:cNvSpPr txBox="1"/>
          <p:nvPr/>
        </p:nvSpPr>
        <p:spPr>
          <a:xfrm>
            <a:off x="789653" y="1289802"/>
            <a:ext cx="10036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detect a change (edge) in an input signal through software polling using IDR.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766ADF-C5B8-7B74-AEE1-DC50A41AC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53" y="1792805"/>
            <a:ext cx="9239564" cy="3775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 PA0 as input and PC13 as output.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Store previous button state variable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prev_state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loop: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simulator → toggle IDR[0] manually.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Observe LED toggle each time input transitions from 0→1.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B2D32-0C1F-043C-603D-C2DB2477E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984" y="3201512"/>
            <a:ext cx="4467849" cy="14861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29150A-F928-2DCE-0F58-0C15BE9E4341}"/>
              </a:ext>
            </a:extLst>
          </p:cNvPr>
          <p:cNvSpPr txBox="1"/>
          <p:nvPr/>
        </p:nvSpPr>
        <p:spPr>
          <a:xfrm>
            <a:off x="789653" y="5823821"/>
            <a:ext cx="982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 toggles once per simulated button press (edge-triggered behavior).</a:t>
            </a:r>
          </a:p>
        </p:txBody>
      </p:sp>
    </p:spTree>
    <p:extLst>
      <p:ext uri="{BB962C8B-B14F-4D97-AF65-F5344CB8AC3E}">
        <p14:creationId xmlns:p14="http://schemas.microsoft.com/office/powerpoint/2010/main" val="2595091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21013</TotalTime>
  <Words>600</Words>
  <Application>Microsoft Office PowerPoint</Application>
  <PresentationFormat>Widescreen</PresentationFormat>
  <Paragraphs>77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等线</vt:lpstr>
      <vt:lpstr>黑体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X</cp:lastModifiedBy>
  <cp:revision>2353</cp:revision>
  <dcterms:created xsi:type="dcterms:W3CDTF">2021-09-28T13:45:28Z</dcterms:created>
  <dcterms:modified xsi:type="dcterms:W3CDTF">2026-09-23T03:31:06Z</dcterms:modified>
</cp:coreProperties>
</file>